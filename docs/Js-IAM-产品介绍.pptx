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914400"/>
            <a:ext cx="2926080" cy="2926080"/>
          </a:xfrm>
          <a:prstGeom prst="ellipse">
            <a:avLst/>
          </a:prstGeom>
          <a:solidFill>
            <a:srgbClr val="14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3291840"/>
            <a:ext cx="2011680" cy="2011680"/>
          </a:xfrm>
          <a:prstGeom prst="ellipse">
            <a:avLst/>
          </a:prstGeom>
          <a:solidFill>
            <a:srgbClr val="14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4206240"/>
            <a:ext cx="1188720" cy="1188720"/>
          </a:xfrm>
          <a:prstGeom prst="ellipse">
            <a:avLst/>
          </a:prstGeom>
          <a:solidFill>
            <a:srgbClr val="14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DC1FF"/>
                </a:solidFill>
                <a:latin typeface="Microsoft YaHei"/>
              </a:rPr>
              <a:t>企业身份与访问管理（IAM）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统一身份 · 安全登录 · 精细授权 · 全程审计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06240"/>
            <a:ext cx="1097280" cy="45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6DB"/>
                </a:solidFill>
                <a:latin typeface="Microsoft YaHei"/>
              </a:rPr>
              <a:t>产品介绍 | 特点说明与企业价值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企业常见的身份管理难题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应用越多、人员越多，账号和权限就越难管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账号多、密码乱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每个系统一套账号密码，员工记不住，频繁找 IT 重置；弱密码、共用密码普遍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人员数据不一致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组织架构散落在钉钉、飞书、企业微信和各业务系统，新系统上线要重复建人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入离职靠人工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开通靠工单、回收靠逐个系统操作，离职后账号仍可登录，形成“僵尸账号”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权限说不清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谁给的权限、为什么能访问无从查起，权限只增不减，审计时无法举证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2064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8096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8096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日志分散难追溯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8096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登录与操作日志散落各处，安全事件难调查，等保测评、内审准备成本高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5488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1520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0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数据托管有顾虑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采用 SaaS 身份服务，员工身份数据托管在第三方，难以满足数据安全要求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平台定位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为企业内部所有应用提供统一的身份安全底座，可私有化部署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员工一个账号、一次登录，访问所有授权应用；IT 在一个控制台里管住“谁是员工、谁能进哪个系统、谁在什么时候做了什么”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7894" y="315468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7894" y="3154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2357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Microsoft YaHei"/>
              </a:rPr>
              <a:t>账号目录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21442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统一的人员、组织与用户组，一处维护处处生效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8708" y="288036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67962" y="315468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962" y="3154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1588" y="4160520"/>
            <a:ext cx="22357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Microsoft YaHei"/>
              </a:rPr>
              <a:t>登录认证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7308" y="4663440"/>
            <a:ext cx="21442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单点登录、多因子认证与登录风险防护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288036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98030" y="315468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8030" y="3154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160520"/>
            <a:ext cx="22357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Microsoft YaHei"/>
              </a:rPr>
              <a:t>权限授权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663440"/>
            <a:ext cx="21442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RBAC 模型、访问申请审批、权限可解释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8844" y="2880360"/>
            <a:ext cx="2601468" cy="265176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28098" y="3154680"/>
            <a:ext cx="822960" cy="8229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8098" y="3154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724" y="4160520"/>
            <a:ext cx="22357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3A"/>
                </a:solidFill>
                <a:latin typeface="Microsoft YaHei"/>
              </a:rPr>
              <a:t>行为审计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4663440"/>
            <a:ext cx="21442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登录与管理操作全程留痕，可检索可导出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交付形态：管理控制台（IT / 安全管理员）  ·  用户门户（全体员工）  ·  开放接口（业务系统）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统一身份目录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一份人员数据，全公司共用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集中管理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组织树、用户、用户组集中维护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支持多租户与租户级配置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激活 / 停用 / 锁定 / 离职标准状态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对接国内办公生态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钉钉、飞书、企业微信通讯录同步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定时同步 + 实时事件推送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推送事件 HMAC-SHA256 验签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支持 JSON 批量导入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向下游开放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SCIM 2.0 标准接口（用户 / 用户组 / 组织）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管理 API + OpenAPI 在线文档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业务系统自动获取人员变更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组织变动一处修改、处处生效；新系统上线不再重复建人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统一登录与单点登录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一个账号，一次登录，访问所有授权应用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主流单点登录协议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OIDC / OAuth2、SAML 2.0、CAS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PKCE、刷新令牌轮换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令牌自省与撤销、用户授权同意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覆盖自研、商业与开源系统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丰富的登录方式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用户名密码、短信验证码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微信、QQ、支付宝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钉钉、飞书、企业微信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GitHub、Gitee 及自定义认证源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员工门户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“我的应用”集中入口，点击即进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个人资料与第三方账号绑定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查看自己的登录记录与在线会话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登录体验统一，密码重置工单显著减少；业务系统无需再开发登录模块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多重安全防护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把风险挡在登录之前，策略在线配置、即时生效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26014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多因子认证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2089404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TOTP 动态口令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邮件 / 短信验证码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恢复码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8708" y="1508760"/>
            <a:ext cx="26014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474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4740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密码策略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4740" y="2377439"/>
            <a:ext cx="2089404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长度、复杂度、重复字符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禁含个人信息、弱密码字典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连续字符、键盘序列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历史密码、定期过期与提醒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08760"/>
            <a:ext cx="26014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4808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登录保护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377439"/>
            <a:ext cx="2089404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连续失败锁定、自动解锁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会话有效期、“记住我”时长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并发在线数限制，超出踢下线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844" y="1508760"/>
            <a:ext cx="26014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487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876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风险识别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6" y="2377439"/>
            <a:ext cx="2089404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IP、User-Agent、失败次数规则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高风险拒绝登录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中风险要求二次认证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00" b="0">
                <a:solidFill>
                  <a:srgbClr val="5B6778"/>
                </a:solidFill>
                <a:latin typeface="Microsoft YaHei"/>
              </a:rPr>
              <a:t>· 内容安全策略（CSP）在线配置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即使密码泄露也难以登录；安全策略页面可调，无需改代码、不必停机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精细化授权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谁能访问什么，一目了然、有据可查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RBAC 权限模型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权限 → 角色 → 用户组 / 用户，应用授权可设有效期，到期自动失效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访问决策解释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直接回答“这个人为什么能访问这个应用”，区分直接授权、用户组与应用角色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影响面分析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修改角色或权限前，先看清会影响哪些人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79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88620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023359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访问复核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48055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导出应用授权清单，定期复核、清理多余权限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2064" y="3611879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8096" y="388620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8096" y="4023359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自助申请与审批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8096" y="448055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员工在门户申请应用权限，管理员审批后自动开通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5488" y="3611879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1520" y="388620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0" y="4023359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控制台分级管理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4480559"/>
            <a:ext cx="303276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按模块区分只读 / 可写管理权限，防止越权提权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权限最小化落到实处；审计时拿得出“谁、因何、何时获得权限”的证据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账号生命周期自动化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离职即回收，杜绝“人走了账号还能用”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管理员执行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离职 / 停用 / 锁定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85415" y="2651760"/>
            <a:ext cx="201167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0592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账号状态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立即变更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7368" y="2651760"/>
            <a:ext cx="201167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直接应用授权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自动停用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9320" y="2651760"/>
            <a:ext cx="201167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所有在线会话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立即结束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91272" y="2651760"/>
            <a:ext cx="201167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已签发访问令牌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全部撤销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3224" y="2651760"/>
            <a:ext cx="201167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0" y="2011680"/>
            <a:ext cx="1572768" cy="155448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011680"/>
            <a:ext cx="1389888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全过程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写入审计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5394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过去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逐个系统手工删号、改密码，容易遗漏；遗留账号可能长期可用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977639"/>
            <a:ext cx="5394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1605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6FEB"/>
                </a:solidFill>
                <a:latin typeface="Microsoft YaHei"/>
              </a:rPr>
              <a:t>现在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一键操作，所有接入应用的访问能力即时收回，并留下完整证据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降低离职人员带来的数据泄露风险，回收工作从数小时缩短到一次点击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全程审计与可视化运营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每一次登录、每一次管理操作都有据可查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全量留痕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登录、登出、失败、锁定、风险判定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管理员的每一次配置与授权变更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记录客户端 IP、地理位置与设备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检索与导出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关键字检索、按时间与类型筛选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一键导出 CSV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应对等保测评、内审与事件调查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运营仪表盘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认证量趋势、应用访问排名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认证方式分布、登录地点分布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B6778"/>
                </a:solidFill>
                <a:latin typeface="Microsoft YaHei"/>
              </a:rPr>
              <a:t>· 在线会话一览，可强制下线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企业价值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71500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安全事件可追溯，合规材料随时可取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平台特点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为国内企业的实际环境而设计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私有化部署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部署在企业自有服务器或 Kubernetes 集群，身份数据不出企业网络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809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8096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贴合国内生态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原生对接钉钉、飞书、企业微信，以及微信、QQ、支付宝等常用账号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50876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152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192024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标准协议开放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520" y="2377439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OIDC / OAuth2、SAML 2.0、CAS、SCIM 2.0 全覆盖，接入成本低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配置即生效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密码、会话、锁定、风险、安全响应头、消息与存储均可在线调整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2064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8096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8096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助力等保合规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8096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身份鉴别与安全审计能力开箱即用，帮助满足等保 2.0 相关要求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5488" y="3634740"/>
            <a:ext cx="3544824" cy="18973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1520" y="390906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0" y="4046220"/>
            <a:ext cx="3032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现代技术栈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520" y="4503420"/>
            <a:ext cx="3032760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Java 25 + Spring Boot 4、React；PostgreSQL；容器化交付，多云存储适配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典型应用场景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新员工入职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通讯录新增人员自动同步，加入已授权用户组即获得应用权限，当天可登录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员工离职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75688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一键离职，所有应用会话与令牌即时失效，操作留痕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25496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新系统上线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25496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控制台创建应用、选择协议，业务系统按 OIDC / SAML / CAS 对接，无需自建登录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4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权限申请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75304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门户自助申请 → 管理员审批 → 自动开通，可设到期时间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25112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EEF4FD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等保测评 / 内审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25112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导出密码策略配置、登录日志与权限清单作为证据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23774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1F3A"/>
                </a:solidFill>
                <a:latin typeface="Microsoft YaHei"/>
              </a:rPr>
              <a:t>异常登录防护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074920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</a:rPr>
              <a:t>暴力破解或可疑环境触发风险规则，自动拒绝或要求二次认证，可强制下线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持续演进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以下能力已在规划中，将随版本逐步交付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Microsoft YaHei"/>
              </a:rPr>
              <a:t>Js IAM 企业数字身份管控平台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260146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7439"/>
            <a:ext cx="20894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对接 LDAP / Active Directory 目录同步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8708" y="1508760"/>
            <a:ext cx="260146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4740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4740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无密码认证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4740" y="2377439"/>
            <a:ext cx="20894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WebAuthn：指纹、人脸、硬件安全密钥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08760"/>
            <a:ext cx="260146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4808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智能风控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377439"/>
            <a:ext cx="20894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登录风险引擎接入设备指纹与地理位置规则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844" y="1508760"/>
            <a:ext cx="260146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4876" y="1783080"/>
            <a:ext cx="329184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876" y="1920240"/>
            <a:ext cx="20894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1F3A"/>
                </a:solidFill>
                <a:latin typeface="Microsoft YaHei"/>
              </a:rPr>
              <a:t>精细化运维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6" y="2377439"/>
            <a:ext cx="20894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778"/>
                </a:solidFill>
                <a:latin typeface="Microsoft YaHei"/>
              </a:rPr>
              <a:t>控制台按租户隔离数据，操作按钮按权限点精细控制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105156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一个身份底座，连接企业所有应用与人员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8C6DB"/>
                </a:solidFill>
                <a:latin typeface="Microsoft YaHei"/>
              </a:rPr>
              <a:t>Js IAM 企业数字身份管控平台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